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작업 정리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플랫폼 게임 제작 진행 보고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773936"/>
            <a:ext cx="9326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낮파트 스토리 추가, 밤파트 그래픽 반영 준비, 협업 환경 정착과 현재 개선 과제를 정리했습니다.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2026.05.29  |  Team Project Progress  |  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3767328"/>
            <a:ext cx="2880360" cy="1005840"/>
          </a:xfrm>
          <a:prstGeom prst="rect">
            <a:avLst/>
          </a:prstGeom>
          <a:solidFill>
            <a:srgbClr val="1F2937"/>
          </a:solidFill>
          <a:ln w="1778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9959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 추가된 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498848"/>
            <a:ext cx="2423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스토리, 그래픽, GitHub 협업 결과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40480" y="3767328"/>
            <a:ext cx="2880360" cy="1005840"/>
          </a:xfrm>
          <a:prstGeom prst="rect">
            <a:avLst/>
          </a:prstGeom>
          <a:solidFill>
            <a:srgbClr val="1F2937"/>
          </a:solidFill>
          <a:ln w="1778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69080" y="39959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 개선 방향성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069080" y="4498848"/>
            <a:ext cx="2423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비어 있는 UI와 기본 그래픽 보강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95160" y="3767328"/>
            <a:ext cx="2880360" cy="1005840"/>
          </a:xfrm>
          <a:prstGeom prst="rect">
            <a:avLst/>
          </a:prstGeom>
          <a:solidFill>
            <a:srgbClr val="1F2937"/>
          </a:solidFill>
          <a:ln w="17780">
            <a:solidFill>
              <a:srgbClr val="FB71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39959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B718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 어려운 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223760" y="4498848"/>
            <a:ext cx="2423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피격/비피격 오브젝트 구분 문제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만든 내용의 핵심 흐름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773936"/>
            <a:ext cx="9326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추가된 결과물, 앞으로 채워 넣을 방향, 작업 중 겪은 문제를 분리해서 설명합니다.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2026.05.29  |  Team Project Progress  |  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30449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추가된 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17720" y="30815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스토리 텍스트, 밤파트 그래픽 결과물, GitHub 협업 성공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8130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37947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개선하고 있는 방향성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38313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비어 있는 UI와 기본 그래픽을 채워 게임 완성도 상승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456285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45445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어려운 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45811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장애물 배치에서 피격/비피격 오브젝트 구분 문제 발생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 추가된 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낮파트와 밤파트 작업이 동시에 앞으로 나아갔습니다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773936"/>
            <a:ext cx="9326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기획, 그래픽, 협업 환경에서 실제 결과물이 생긴 것이 오늘의 가장 큰 변화입니다.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2026.05.29  |  Team Project Progress  |  03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68096" y="2971800"/>
            <a:ext cx="1325880" cy="292608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303580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PART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886200" y="2971800"/>
            <a:ext cx="1325880" cy="2926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303580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 PART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004304" y="2971800"/>
            <a:ext cx="1325880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95744" y="303580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49808" y="3401568"/>
            <a:ext cx="2606040" cy="1554480"/>
          </a:xfrm>
          <a:prstGeom prst="rect">
            <a:avLst/>
          </a:prstGeom>
          <a:solidFill>
            <a:srgbClr val="1F2937"/>
          </a:solidFill>
          <a:ln w="17780">
            <a:solidFill>
              <a:srgbClr val="FACC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6301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ACC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낮파트 스토리 추가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78408" y="41330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기획자 역할을 우선 스토리 쪽으로 분배하고, 손님과의 대화 텍스트를 제작했습니다.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67912" y="3401568"/>
            <a:ext cx="2606040" cy="1554480"/>
          </a:xfrm>
          <a:prstGeom prst="rect">
            <a:avLst/>
          </a:prstGeom>
          <a:solidFill>
            <a:srgbClr val="1F2937"/>
          </a:solidFill>
          <a:ln w="1778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96512" y="36301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밤파트 그래픽 결과물 추가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096512" y="41330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밤 스테이지에 들어갈 그래픽 결과물이 준비되었습니다. 다음 슬라이드에 실제 이미지 삽입 자리를 남겼습니다.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86016" y="3401568"/>
            <a:ext cx="2606040" cy="1554480"/>
          </a:xfrm>
          <a:prstGeom prst="rect">
            <a:avLst/>
          </a:prstGeom>
          <a:solidFill>
            <a:srgbClr val="1F2937"/>
          </a:solidFill>
          <a:ln w="1778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14616" y="36301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 사용 성공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214616" y="41330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프로젝트 멤버가 GitHub 사용에 성공하면서 협업 기반이 잡히기 시작했습니다.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밤파트 그래픽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이미지 삽입 자리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773936"/>
            <a:ext cx="9326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아래 박스에 오늘 추가된 밤파트 그래픽 결과물을 배치하면 됩니다.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2026.05.29  |  Team Project Progress  |  04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2423160" cy="1783080"/>
          </a:xfrm>
          <a:prstGeom prst="rect">
            <a:avLst/>
          </a:prstGeom>
          <a:solidFill>
            <a:srgbClr val="172033"/>
          </a:solidFill>
          <a:ln w="2032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54787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그래픽 이미지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38862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사진 들어갈 자리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86200" y="2926080"/>
            <a:ext cx="2423160" cy="1783080"/>
          </a:xfrm>
          <a:prstGeom prst="rect">
            <a:avLst/>
          </a:prstGeom>
          <a:solidFill>
            <a:srgbClr val="172033"/>
          </a:solidFill>
          <a:ln w="2032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354787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그래픽 이미지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38862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사진 들어갈 자리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49440" y="2926080"/>
            <a:ext cx="2423160" cy="1783080"/>
          </a:xfrm>
          <a:prstGeom prst="rect">
            <a:avLst/>
          </a:prstGeom>
          <a:solidFill>
            <a:srgbClr val="172033"/>
          </a:solidFill>
          <a:ln w="2032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354787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그래픽 이미지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60920" y="38862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사진 들어갈 자리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 개선 방향성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비어 있는 부분을 채워 게임의 완성도를 올리는 중입니다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773936"/>
            <a:ext cx="9326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현재는 핵심 기능 위에 낮과 밤의 화면 밀도, UI, 기본 그래픽을 보강하는 단계입니다.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2026.05.29  |  Team Project Progress  |  05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04672" y="3127248"/>
            <a:ext cx="2651760" cy="1600200"/>
          </a:xfrm>
          <a:prstGeom prst="rect">
            <a:avLst/>
          </a:prstGeom>
          <a:solidFill>
            <a:srgbClr val="1F2937"/>
          </a:solidFill>
          <a:ln w="17780">
            <a:solidFill>
              <a:srgbClr val="FACC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33558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ACC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 UI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33272" y="38587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손님 대화, 선택지, 진행 정보가 자연스럽게 보이도록 정리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49040" y="3127248"/>
            <a:ext cx="2651760" cy="1600200"/>
          </a:xfrm>
          <a:prstGeom prst="rect">
            <a:avLst/>
          </a:prstGeom>
          <a:solidFill>
            <a:srgbClr val="1F2937"/>
          </a:solidFill>
          <a:ln w="1778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33558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밤 UI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977640" y="38587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스테이지 진행, 위험 요소, 플레이어 상태를 더 명확하게 표현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93408" y="3127248"/>
            <a:ext cx="2651760" cy="1600200"/>
          </a:xfrm>
          <a:prstGeom prst="rect">
            <a:avLst/>
          </a:prstGeom>
          <a:solidFill>
            <a:srgbClr val="1F2937"/>
          </a:solidFill>
          <a:ln w="1778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22008" y="33558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기본 그래픽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922008" y="38587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빈 공간을 오브젝트와 배경 요소로 채워 화면 밀도 개선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 어려운 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장애물 판정 구분에서 작업 오류가 발생했습니다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773936"/>
            <a:ext cx="9326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스테이지 오브젝트는 피격 여부를 먼저 나눈 뒤 배치해야 하는데, MCP가 그 기준을 유지하지 못했습니다.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2026.05.29  |  Team Project Progress  |  06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68680" y="2999232"/>
            <a:ext cx="3703320" cy="1783080"/>
          </a:xfrm>
          <a:prstGeom prst="rect">
            <a:avLst/>
          </a:prstGeom>
          <a:solidFill>
            <a:srgbClr val="1F2937"/>
          </a:solidFill>
          <a:ln w="17780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2278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B718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 상황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373075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피격 오브젝트와 비피격 오브젝트를 나누어 작업하려 했지만, 기준이 유지되지 않아 잘못된 배치가 생겼습니다.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532120" y="2999232"/>
            <a:ext cx="3703320" cy="1783080"/>
          </a:xfrm>
          <a:prstGeom prst="rect">
            <a:avLst/>
          </a:prstGeom>
          <a:solidFill>
            <a:srgbClr val="1F2937"/>
          </a:solidFill>
          <a:ln w="1778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32278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교정 방향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760720" y="373075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비피격 오브젝트는 장식이 아니라 플레이어가 밟을 수 있는 지형 판정으로 두고, 기존 그라운드는 유지해야 합니다.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Team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플랫폼 게임 제작 진행 보고</dc:title>
  <dc:subject>Platform game progress report</dc:subject>
  <dc:creator>Team Project</dc:creator>
  <cp:lastModifiedBy>Team Project</cp:lastModifiedBy>
  <cp:revision>1</cp:revision>
  <dcterms:created xsi:type="dcterms:W3CDTF">2026-05-29T03:43:17Z</dcterms:created>
  <dcterms:modified xsi:type="dcterms:W3CDTF">2026-05-29T03:43:17Z</dcterms:modified>
</cp:coreProperties>
</file>